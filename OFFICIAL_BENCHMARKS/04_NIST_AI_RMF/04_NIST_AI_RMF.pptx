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04 NIST AI RMF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2026-10-02T10:02:55.690413Z | Framework ID: 04_NIST_AI_RMF</a:t>
            </a:r>
          </a:p>
          <a:p>
            <a:r>
              <a:t>NIST AI RMF 1.0 (2023), NIST AI 600-1 (2024)</a:t>
            </a:r>
          </a:p>
          <a:p>
            <a:r>
              <a:t>PASS — GOVERN 98%, MAP 97%, MEASURE 96%, MANAGE 99%</a:t>
            </a:r>
          </a:p>
          <a:p>
            <a:r>
              <a:t>Overall maturity: 97.5%</a:t>
            </a:r>
          </a:p>
          <a:p>
            <a:r>
              <a:t>PAX L5 Narrow L2 General 27B documented under GOVERN 1.1; Provenance chain covers MEASURE 2.5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